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202A44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C61877-485B-4AED-9E63-73582684F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1492040-BD21-4BE4-9D32-3EAE52DA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5A515B-9964-4ADB-BAC5-A0C083D0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79FEA1-17F7-4FE5-9748-29676B5B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DD2B62-B15B-4F60-A046-09DBC2C4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7474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CFAC1-464C-46A1-99CD-AAE513F9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6506F5-9574-4616-A914-41E36ED22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8BDAD7-A132-451B-AC36-58890303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804B18-DD53-4DE2-8211-2DB39148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ECA69E-1CA4-47F4-B115-662D2973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57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9267E1-E5B2-4B11-93D5-2171F885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C2632D-AD90-4035-8953-D066F3449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529DE5-01AE-409E-AE8A-721597DC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61455-19D9-4653-B1E2-B0CE1F72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D36F93-A7CC-4511-AADF-2FF85757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270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3F4FF0-975D-4430-9CC6-4D4F11AD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548E59-FEC3-4DA5-AEC5-A3106C7A0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5E2DE9-C747-4607-8F3F-E40C5649A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C4F0BE-5ADF-4BBC-8414-24A97D87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AB90B6-3D9B-4DBC-89D3-D6487798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F8ECD5-12FE-4B0A-8FB4-770EFFD0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77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0A4A0E-243D-4D95-9A8A-02FAEB6F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54E5BC-13A0-4776-9489-2193A493D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46A5DD-DC8D-4919-B267-0ADEDBFFD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7FCBD1-9421-4C66-B5E8-2580D16E2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15577D-A695-4959-B349-3395AD3C20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54CD78-3B23-4691-B15F-CA8DDAA7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D77A3F-C83F-42A6-A1F4-D0B44ED4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A61A35D-D165-4E4D-BAA6-EBE8B516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844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2CEAAD-9493-414D-9E6F-B427BA84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B593FF-A417-40B8-A3C2-DF5E4392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B180F8-52BD-41F3-AEB1-C0C5E639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41DD48-543C-4DB2-8AA9-F0D643AF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310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8029FBF-7097-4B71-81D8-66DE95C0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B5D244-716B-4F99-89DE-AA75941A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A1AD73-1AC2-40E3-A83C-3FD6D430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44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731929-EB3A-4386-9703-A585F39D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8A61C4-F5DB-4621-B8E7-E77F6AD5B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406E0E-B008-48C1-9341-F44C64CD0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E6C071-42AD-4E30-B8CA-F3EA0C19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0FEE7E-203B-4F2F-B47A-5B1FE7FC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F8EC7A-A276-49D3-B64B-FC1FD022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59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EB702B-9E3C-4E23-8582-546EDB4E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E387C3E-B814-4BC7-AA30-005459889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627BB8-1423-47F8-895D-6F565CD2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0BAA10-0B74-4BB3-ACC0-4302D106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CF8EFE-A46B-4246-BB76-78DDCE3F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583394-DDB2-4887-9963-C4B59224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59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F087B-81F3-4A8A-831D-9B1AC3B6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95FAE08-8669-47EB-861E-36B2BDC83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B86FD6-4E90-4703-903E-17EDF6D6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04F135-356C-4808-894E-2C813F47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E98665-13F6-4CD7-9DD5-B5E874D4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85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2C8BE5A-17F2-4534-8777-3746FA303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47408F-F644-4699-BDC9-72366390E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51A271-AF91-4533-9F6E-AEB735B5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24777A-5468-459C-B61E-0C829108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F6AAC2-C0E2-4170-B5D6-2CD20CD0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543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89D3025-D9A3-4A15-9677-37E03832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174F66-552C-4DD9-8ABF-91FFA989E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302C86-BE30-4415-9923-BDC809868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C0DA2-4379-472D-8E50-428F992CD64B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E9AEB9-C963-4199-9D2F-B15F3C3FA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66601C-A243-406A-86A1-4E2914E36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CECF8-8C94-430A-83CA-BD8E86D23A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085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1BDD2975-F7AE-4037-9BBF-7D340BD1380F}"/>
              </a:ext>
            </a:extLst>
          </p:cNvPr>
          <p:cNvSpPr/>
          <p:nvPr/>
        </p:nvSpPr>
        <p:spPr>
          <a:xfrm>
            <a:off x="3116026" y="1302767"/>
            <a:ext cx="720000" cy="72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9A7D7DF-95FD-459F-B847-4067C0312023}"/>
              </a:ext>
            </a:extLst>
          </p:cNvPr>
          <p:cNvCxnSpPr>
            <a:cxnSpLocks/>
          </p:cNvCxnSpPr>
          <p:nvPr/>
        </p:nvCxnSpPr>
        <p:spPr>
          <a:xfrm flipV="1">
            <a:off x="2748929" y="1628920"/>
            <a:ext cx="720843" cy="1074737"/>
          </a:xfrm>
          <a:prstGeom prst="line">
            <a:avLst/>
          </a:prstGeom>
          <a:ln w="2540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9BC8D9A-69CB-4B75-8ECB-4C96B4F67C5F}"/>
              </a:ext>
            </a:extLst>
          </p:cNvPr>
          <p:cNvCxnSpPr>
            <a:cxnSpLocks/>
          </p:cNvCxnSpPr>
          <p:nvPr/>
        </p:nvCxnSpPr>
        <p:spPr>
          <a:xfrm>
            <a:off x="3470600" y="1625252"/>
            <a:ext cx="714445" cy="1096962"/>
          </a:xfrm>
          <a:prstGeom prst="line">
            <a:avLst/>
          </a:prstGeom>
          <a:ln w="2540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F5DF3C31-3F91-4E2E-A73A-8FEB7BFC8BBD}"/>
              </a:ext>
            </a:extLst>
          </p:cNvPr>
          <p:cNvCxnSpPr>
            <a:cxnSpLocks/>
          </p:cNvCxnSpPr>
          <p:nvPr/>
        </p:nvCxnSpPr>
        <p:spPr>
          <a:xfrm flipV="1">
            <a:off x="4221643" y="2496626"/>
            <a:ext cx="631773" cy="183338"/>
          </a:xfrm>
          <a:prstGeom prst="line">
            <a:avLst/>
          </a:prstGeom>
          <a:ln w="2540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446FEA7D-6F3E-461E-8CDC-C0E935968341}"/>
              </a:ext>
            </a:extLst>
          </p:cNvPr>
          <p:cNvCxnSpPr>
            <a:cxnSpLocks/>
          </p:cNvCxnSpPr>
          <p:nvPr/>
        </p:nvCxnSpPr>
        <p:spPr>
          <a:xfrm>
            <a:off x="4857367" y="2475837"/>
            <a:ext cx="766023" cy="1096962"/>
          </a:xfrm>
          <a:prstGeom prst="line">
            <a:avLst/>
          </a:prstGeom>
          <a:ln w="2540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E8E04FA1-A73D-402F-BD69-55F02B5A783D}"/>
              </a:ext>
            </a:extLst>
          </p:cNvPr>
          <p:cNvCxnSpPr>
            <a:cxnSpLocks/>
          </p:cNvCxnSpPr>
          <p:nvPr/>
        </p:nvCxnSpPr>
        <p:spPr>
          <a:xfrm>
            <a:off x="2179690" y="2484062"/>
            <a:ext cx="575191" cy="241819"/>
          </a:xfrm>
          <a:prstGeom prst="line">
            <a:avLst/>
          </a:prstGeom>
          <a:ln w="2540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959DC8B2-90AE-4411-9A4D-B2A3F0FB50B2}"/>
              </a:ext>
            </a:extLst>
          </p:cNvPr>
          <p:cNvCxnSpPr>
            <a:cxnSpLocks/>
          </p:cNvCxnSpPr>
          <p:nvPr/>
        </p:nvCxnSpPr>
        <p:spPr>
          <a:xfrm flipV="1">
            <a:off x="1345342" y="2471083"/>
            <a:ext cx="812636" cy="1101716"/>
          </a:xfrm>
          <a:prstGeom prst="line">
            <a:avLst/>
          </a:prstGeom>
          <a:ln w="2540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Ellipse 86">
            <a:extLst>
              <a:ext uri="{FF2B5EF4-FFF2-40B4-BE49-F238E27FC236}">
                <a16:creationId xmlns:a16="http://schemas.microsoft.com/office/drawing/2014/main" id="{D3BD65DF-2A12-4609-AC32-63FB2AA6494C}"/>
              </a:ext>
            </a:extLst>
          </p:cNvPr>
          <p:cNvSpPr/>
          <p:nvPr/>
        </p:nvSpPr>
        <p:spPr>
          <a:xfrm>
            <a:off x="4518238" y="2124062"/>
            <a:ext cx="720000" cy="72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91C88030-DEE6-4C8B-892B-DE2E0BF28A28}"/>
              </a:ext>
            </a:extLst>
          </p:cNvPr>
          <p:cNvSpPr/>
          <p:nvPr/>
        </p:nvSpPr>
        <p:spPr>
          <a:xfrm>
            <a:off x="1816277" y="2126367"/>
            <a:ext cx="720000" cy="72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45923F2C-724F-48AC-A852-680F7F306FA9}"/>
              </a:ext>
            </a:extLst>
          </p:cNvPr>
          <p:cNvSpPr/>
          <p:nvPr/>
        </p:nvSpPr>
        <p:spPr>
          <a:xfrm>
            <a:off x="2432469" y="2408123"/>
            <a:ext cx="720000" cy="72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Ellipse 89">
            <a:extLst>
              <a:ext uri="{FF2B5EF4-FFF2-40B4-BE49-F238E27FC236}">
                <a16:creationId xmlns:a16="http://schemas.microsoft.com/office/drawing/2014/main" id="{C1D50A64-C4FC-40EB-8D59-A52F83906021}"/>
              </a:ext>
            </a:extLst>
          </p:cNvPr>
          <p:cNvSpPr/>
          <p:nvPr/>
        </p:nvSpPr>
        <p:spPr>
          <a:xfrm>
            <a:off x="3848041" y="2381349"/>
            <a:ext cx="720000" cy="72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518ADE02-78BC-4BFC-AC68-5476F890DD2E}"/>
              </a:ext>
            </a:extLst>
          </p:cNvPr>
          <p:cNvCxnSpPr>
            <a:cxnSpLocks/>
          </p:cNvCxnSpPr>
          <p:nvPr/>
        </p:nvCxnSpPr>
        <p:spPr>
          <a:xfrm>
            <a:off x="2737629" y="2672089"/>
            <a:ext cx="437148" cy="532257"/>
          </a:xfrm>
          <a:prstGeom prst="line">
            <a:avLst/>
          </a:prstGeom>
          <a:ln w="2540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240E5BEB-DAB7-4C5C-92BB-C6DFB696A944}"/>
              </a:ext>
            </a:extLst>
          </p:cNvPr>
          <p:cNvCxnSpPr>
            <a:cxnSpLocks/>
          </p:cNvCxnSpPr>
          <p:nvPr/>
        </p:nvCxnSpPr>
        <p:spPr>
          <a:xfrm flipH="1">
            <a:off x="3655147" y="2725881"/>
            <a:ext cx="540369" cy="519175"/>
          </a:xfrm>
          <a:prstGeom prst="line">
            <a:avLst/>
          </a:prstGeom>
          <a:ln w="2540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Freihandform: Form 138">
            <a:extLst>
              <a:ext uri="{FF2B5EF4-FFF2-40B4-BE49-F238E27FC236}">
                <a16:creationId xmlns:a16="http://schemas.microsoft.com/office/drawing/2014/main" id="{243C2DE5-722A-4009-A0D6-9331CEA98564}"/>
              </a:ext>
            </a:extLst>
          </p:cNvPr>
          <p:cNvSpPr/>
          <p:nvPr/>
        </p:nvSpPr>
        <p:spPr>
          <a:xfrm>
            <a:off x="1287780" y="3690520"/>
            <a:ext cx="4427220" cy="460815"/>
          </a:xfrm>
          <a:custGeom>
            <a:avLst/>
            <a:gdLst>
              <a:gd name="connsiteX0" fmla="*/ 0 w 4168140"/>
              <a:gd name="connsiteY0" fmla="*/ 691887 h 1049399"/>
              <a:gd name="connsiteX1" fmla="*/ 739140 w 4168140"/>
              <a:gd name="connsiteY1" fmla="*/ 6087 h 1049399"/>
              <a:gd name="connsiteX2" fmla="*/ 1912620 w 4168140"/>
              <a:gd name="connsiteY2" fmla="*/ 1042407 h 1049399"/>
              <a:gd name="connsiteX3" fmla="*/ 2872740 w 4168140"/>
              <a:gd name="connsiteY3" fmla="*/ 470907 h 1049399"/>
              <a:gd name="connsiteX4" fmla="*/ 3467100 w 4168140"/>
              <a:gd name="connsiteY4" fmla="*/ 691887 h 1049399"/>
              <a:gd name="connsiteX5" fmla="*/ 4046220 w 4168140"/>
              <a:gd name="connsiteY5" fmla="*/ 348987 h 1049399"/>
              <a:gd name="connsiteX6" fmla="*/ 4168140 w 4168140"/>
              <a:gd name="connsiteY6" fmla="*/ 348987 h 1049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8140" h="1049399">
                <a:moveTo>
                  <a:pt x="0" y="691887"/>
                </a:moveTo>
                <a:cubicBezTo>
                  <a:pt x="210185" y="319777"/>
                  <a:pt x="420370" y="-52333"/>
                  <a:pt x="739140" y="6087"/>
                </a:cubicBezTo>
                <a:cubicBezTo>
                  <a:pt x="1057910" y="64507"/>
                  <a:pt x="1557020" y="964937"/>
                  <a:pt x="1912620" y="1042407"/>
                </a:cubicBezTo>
                <a:cubicBezTo>
                  <a:pt x="2268220" y="1119877"/>
                  <a:pt x="2613660" y="529327"/>
                  <a:pt x="2872740" y="470907"/>
                </a:cubicBezTo>
                <a:cubicBezTo>
                  <a:pt x="3131820" y="412487"/>
                  <a:pt x="3271520" y="712207"/>
                  <a:pt x="3467100" y="691887"/>
                </a:cubicBezTo>
                <a:cubicBezTo>
                  <a:pt x="3662680" y="671567"/>
                  <a:pt x="3929380" y="406137"/>
                  <a:pt x="4046220" y="348987"/>
                </a:cubicBezTo>
                <a:cubicBezTo>
                  <a:pt x="4163060" y="291837"/>
                  <a:pt x="4165600" y="320412"/>
                  <a:pt x="4168140" y="348987"/>
                </a:cubicBezTo>
              </a:path>
            </a:pathLst>
          </a:custGeom>
          <a:noFill/>
          <a:ln w="254000" cap="rnd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0" name="Freihandform: Form 149">
            <a:extLst>
              <a:ext uri="{FF2B5EF4-FFF2-40B4-BE49-F238E27FC236}">
                <a16:creationId xmlns:a16="http://schemas.microsoft.com/office/drawing/2014/main" id="{7A7B4F31-77F2-49B7-A7E8-0D2700377505}"/>
              </a:ext>
            </a:extLst>
          </p:cNvPr>
          <p:cNvSpPr/>
          <p:nvPr/>
        </p:nvSpPr>
        <p:spPr>
          <a:xfrm>
            <a:off x="1437134" y="4143659"/>
            <a:ext cx="4134677" cy="460815"/>
          </a:xfrm>
          <a:custGeom>
            <a:avLst/>
            <a:gdLst>
              <a:gd name="connsiteX0" fmla="*/ 0 w 4168140"/>
              <a:gd name="connsiteY0" fmla="*/ 691887 h 1049399"/>
              <a:gd name="connsiteX1" fmla="*/ 739140 w 4168140"/>
              <a:gd name="connsiteY1" fmla="*/ 6087 h 1049399"/>
              <a:gd name="connsiteX2" fmla="*/ 1912620 w 4168140"/>
              <a:gd name="connsiteY2" fmla="*/ 1042407 h 1049399"/>
              <a:gd name="connsiteX3" fmla="*/ 2872740 w 4168140"/>
              <a:gd name="connsiteY3" fmla="*/ 470907 h 1049399"/>
              <a:gd name="connsiteX4" fmla="*/ 3467100 w 4168140"/>
              <a:gd name="connsiteY4" fmla="*/ 691887 h 1049399"/>
              <a:gd name="connsiteX5" fmla="*/ 4046220 w 4168140"/>
              <a:gd name="connsiteY5" fmla="*/ 348987 h 1049399"/>
              <a:gd name="connsiteX6" fmla="*/ 4168140 w 4168140"/>
              <a:gd name="connsiteY6" fmla="*/ 348987 h 1049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8140" h="1049399">
                <a:moveTo>
                  <a:pt x="0" y="691887"/>
                </a:moveTo>
                <a:cubicBezTo>
                  <a:pt x="210185" y="319777"/>
                  <a:pt x="420370" y="-52333"/>
                  <a:pt x="739140" y="6087"/>
                </a:cubicBezTo>
                <a:cubicBezTo>
                  <a:pt x="1057910" y="64507"/>
                  <a:pt x="1557020" y="964937"/>
                  <a:pt x="1912620" y="1042407"/>
                </a:cubicBezTo>
                <a:cubicBezTo>
                  <a:pt x="2268220" y="1119877"/>
                  <a:pt x="2613660" y="529327"/>
                  <a:pt x="2872740" y="470907"/>
                </a:cubicBezTo>
                <a:cubicBezTo>
                  <a:pt x="3131820" y="412487"/>
                  <a:pt x="3271520" y="712207"/>
                  <a:pt x="3467100" y="691887"/>
                </a:cubicBezTo>
                <a:cubicBezTo>
                  <a:pt x="3662680" y="671567"/>
                  <a:pt x="3929380" y="406137"/>
                  <a:pt x="4046220" y="348987"/>
                </a:cubicBezTo>
                <a:cubicBezTo>
                  <a:pt x="4163060" y="291837"/>
                  <a:pt x="4165600" y="320412"/>
                  <a:pt x="4168140" y="348987"/>
                </a:cubicBezTo>
              </a:path>
            </a:pathLst>
          </a:custGeom>
          <a:noFill/>
          <a:ln w="254000" cap="rnd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3EDAEE55-C8B7-451B-8607-87F9D8A30870}"/>
              </a:ext>
            </a:extLst>
          </p:cNvPr>
          <p:cNvSpPr/>
          <p:nvPr/>
        </p:nvSpPr>
        <p:spPr>
          <a:xfrm>
            <a:off x="1116742" y="808542"/>
            <a:ext cx="4769295" cy="4493131"/>
          </a:xfrm>
          <a:prstGeom prst="ellipse">
            <a:avLst/>
          </a:prstGeom>
          <a:noFill/>
          <a:ln w="762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3057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Markus Gerstenberg</dc:creator>
  <cp:lastModifiedBy>Markus Gerstenberg</cp:lastModifiedBy>
  <cp:revision>10</cp:revision>
  <dcterms:created xsi:type="dcterms:W3CDTF">2026-08-06T13:11:24Z</dcterms:created>
  <dcterms:modified xsi:type="dcterms:W3CDTF">2026-08-06T15:02:27Z</dcterms:modified>
</cp:coreProperties>
</file>